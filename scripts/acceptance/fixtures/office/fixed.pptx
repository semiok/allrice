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AllRiceOffice192 中文验收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448056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2240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编号</a:t>
                      </a:r>
                      <a:endParaRPr lang="en-US" sz="14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</a:t>
                      </a:r>
                      <a:endParaRPr lang="en-US" sz="14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00123</a:t>
                      </a:r>
                      <a:endParaRPr lang="en-US" sz="14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210.5</a:t>
                      </a:r>
                      <a:endParaRPr lang="en-US" sz="14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698480" y="6355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/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AllRiceOffice192</dc:title>
  <dc:subject>PptxGenJS Presentation</dc:subject>
  <dc:creator>AllRice</dc:creator>
  <cp:lastModifiedBy>AllRice</cp:lastModifiedBy>
  <cp:revision>1</cp:revision>
  <dcterms:created xsi:type="dcterms:W3CDTF">2026-10-18T08:15:16Z</dcterms:created>
  <dcterms:modified xsi:type="dcterms:W3CDTF">2026-10-18T08:15:16Z</dcterms:modified>
</cp:coreProperties>
</file>